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8902"/>
            <a:ext cx="9144000" cy="44201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25697" y="45495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/>
            <a:r>
              <a:rPr lang="en-US" dirty="0" smtClean="0">
                <a:solidFill>
                  <a:srgbClr val="334669"/>
                </a:solidFill>
                <a:latin typeface="Calibri" panose="020F0502020204030204" pitchFamily="34" charset="0"/>
              </a:rPr>
              <a:t>Simulation of </a:t>
            </a:r>
            <a:r>
              <a:rPr lang="en-US" dirty="0" smtClean="0">
                <a:solidFill>
                  <a:srgbClr val="334669"/>
                </a:solidFill>
                <a:latin typeface="Tahoma" panose="020B0604030504040204" pitchFamily="34" charset="0"/>
              </a:rPr>
              <a:t>build-max-heap </a:t>
            </a:r>
            <a:r>
              <a:rPr lang="en-US" dirty="0">
                <a:solidFill>
                  <a:srgbClr val="334669"/>
                </a:solidFill>
                <a:latin typeface="Calibri" panose="020F0502020204030204" pitchFamily="34" charset="0"/>
              </a:rPr>
              <a:t>operation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68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25" y="182880"/>
            <a:ext cx="2557549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762" y="182880"/>
            <a:ext cx="2662474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26" y="182880"/>
            <a:ext cx="2682147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810" y="182880"/>
            <a:ext cx="2708378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905" y="182880"/>
            <a:ext cx="2800188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On-screen Show (4:3)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Mahrin Tasfe</cp:lastModifiedBy>
  <cp:revision>2</cp:revision>
  <dcterms:created xsi:type="dcterms:W3CDTF">2013-01-27T09:14:16Z</dcterms:created>
  <dcterms:modified xsi:type="dcterms:W3CDTF">2026-07-28T08:46:47Z</dcterms:modified>
  <cp:category/>
</cp:coreProperties>
</file>