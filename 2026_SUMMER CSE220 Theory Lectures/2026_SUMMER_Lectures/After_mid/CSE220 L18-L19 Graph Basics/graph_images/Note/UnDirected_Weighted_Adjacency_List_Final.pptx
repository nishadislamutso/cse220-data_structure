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1675"/>
  <p:notesSz cx="6858000" cy="12191675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xp11keKv/uPErrKDjElcmlE+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Play-regular.fntdata"/><Relationship Id="rId11" Type="http://schemas.openxmlformats.org/officeDocument/2006/relationships/font" Target="fonts/Play-bold.fntdata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78c2bce4_5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f778c2bce4_5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f778c2bce4_5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78c2bce4_5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778c2bce4_5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f778c2bce4_5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78c2bce4_5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778c2bce4_5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f778c2bce4_5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778c2bce4_5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778c2bce4_5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778c2bce4_5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 cap="flat" cmpd="sng" w="12700">
            <a:solidFill>
              <a:srgbClr val="DD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320040" y="1371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0">
                <a:solidFill>
                  <a:srgbClr val="2F4F7F"/>
                </a:solidFill>
                <a:latin typeface="Aptos Display"/>
              </a:rPr>
              <a:t>Adjacency List: Undirected Weighted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Aptos"/>
              </a:rPr>
              <a:t>Each list node stores both destination and weight. An undirected edge is added in both endpoint lists.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" y="1597914"/>
            <a:ext cx="3785615" cy="26289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F4F7F"/>
                </a:solidFill>
                <a:latin typeface="Aptos"/>
              </a:rPr>
              <a:t>Graph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7415" y="2544318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1947" y="3080613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7415" y="2544318"/>
            <a:ext cx="1955901" cy="42062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06600" y="2544318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7415" y="3595878"/>
            <a:ext cx="0" cy="120929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0916" y="4195267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3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07415" y="2964941"/>
            <a:ext cx="1955901" cy="63093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627631" y="3248863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7415" y="3595878"/>
            <a:ext cx="1955901" cy="59938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75053" y="3879799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63316" y="2964941"/>
            <a:ext cx="0" cy="123032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73628" y="3574846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807415" y="4195267"/>
            <a:ext cx="1955901" cy="60990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943100" y="4678984"/>
            <a:ext cx="368046" cy="231343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Aptos"/>
              </a:rPr>
              <a:t>1</a:t>
            </a:r>
          </a:p>
        </p:txBody>
      </p:sp>
      <p:sp>
        <p:nvSpPr>
          <p:cNvPr id="38" name="Oval 37"/>
          <p:cNvSpPr/>
          <p:nvPr/>
        </p:nvSpPr>
        <p:spPr>
          <a:xfrm>
            <a:off x="586587" y="2323490"/>
            <a:ext cx="441655" cy="441655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39" name="Oval 38"/>
          <p:cNvSpPr/>
          <p:nvPr/>
        </p:nvSpPr>
        <p:spPr>
          <a:xfrm>
            <a:off x="586587" y="3375050"/>
            <a:ext cx="441655" cy="441655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586587" y="4584344"/>
            <a:ext cx="441655" cy="441655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2542489" y="2744114"/>
            <a:ext cx="441655" cy="441655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42" name="Oval 41"/>
          <p:cNvSpPr/>
          <p:nvPr/>
        </p:nvSpPr>
        <p:spPr>
          <a:xfrm>
            <a:off x="2542489" y="3974439"/>
            <a:ext cx="441655" cy="441655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1130198"/>
            <a:ext cx="3533241" cy="2103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F4F7F"/>
                </a:solidFill>
                <a:latin typeface="Aptos"/>
              </a:rPr>
              <a:t>Adjacency List with Weights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1508760"/>
            <a:ext cx="353324" cy="43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788164" y="1727484"/>
            <a:ext cx="40379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44337" y="1407810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912" y="1592884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1, 2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65911" y="1727484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37010" y="1407810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85585" y="1592884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3, 6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958583" y="1727484"/>
            <a:ext cx="151425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52071" y="1634947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34840" y="2038746"/>
            <a:ext cx="353324" cy="43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788164" y="2257470"/>
            <a:ext cx="40379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444337" y="1937796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92912" y="2122871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0, 2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65911" y="2257470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37010" y="1937796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85585" y="2122871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3, 4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58583" y="2257470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429682" y="1937796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78258" y="2122871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4, 5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951256" y="2257470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22355" y="1937796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0930" y="2122871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2, 3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943929" y="2257470"/>
            <a:ext cx="15142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137416" y="2164933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4840" y="2568732"/>
            <a:ext cx="353324" cy="43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788164" y="2787456"/>
            <a:ext cx="40379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444337" y="2467782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92912" y="2652857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1, 3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965911" y="2787456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437010" y="2467782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85585" y="2652857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4, 1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958583" y="2787456"/>
            <a:ext cx="151425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152071" y="2694919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34840" y="3098718"/>
            <a:ext cx="353324" cy="43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788164" y="3317443"/>
            <a:ext cx="40379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444337" y="2997768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92912" y="3182843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0, 6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65911" y="3317443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437010" y="2997768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85585" y="3182843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1, 4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958583" y="3317443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429682" y="2997768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78258" y="3182843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4, 2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951256" y="3317443"/>
            <a:ext cx="151425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144743" y="3224905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34840" y="3628704"/>
            <a:ext cx="353324" cy="43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788164" y="3847429"/>
            <a:ext cx="40379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444337" y="3527755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92912" y="3712829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1, 5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965911" y="3847429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437010" y="3527755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85585" y="3712829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2, 1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958583" y="3847429"/>
            <a:ext cx="21031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429682" y="3527755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78258" y="3712829"/>
            <a:ext cx="672998" cy="269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4">
                <a:solidFill>
                  <a:srgbClr val="000000"/>
                </a:solidFill>
                <a:latin typeface="Aptos"/>
              </a:rPr>
              <a:t>3, 2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951256" y="3847429"/>
            <a:ext cx="151425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144743" y="3754892"/>
            <a:ext cx="462686" cy="1514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20" y="4617720"/>
            <a:ext cx="4434840" cy="150876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>
                <a:solidFill>
                  <a:srgbClr val="000000"/>
                </a:solidFill>
                <a:latin typeface="Consolas"/>
              </a:rPr>
              <a:t>class WEdge {
    int destination;
    int weight;
    WEdge next;
    public WEdge(int destination, int weight){
        this.destination = destination;
        this.weight = weight;
        this.next = null;
    }
}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75720" y="6446520"/>
            <a:ext cx="6400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‹#›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/>
          <p:cNvSpPr txBox="1"/>
          <p:nvPr/>
        </p:nvSpPr>
        <p:spPr>
          <a:xfrm>
            <a:off x="320040" y="1371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0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932688"/>
            <a:ext cx="6812280" cy="548640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000000"/>
                </a:solidFill>
                <a:latin typeface="Consolas"/>
              </a:rPr>
              <a:t>public class GraphUndirectedWeightedAdjacencyList {
    private int numVertices;   // Total number of vertices
    private WEdge[] adjList;   // Array of linked lists (Adjacency List)
    // Constructor: initialize graph
    public GraphUndirectedWeightedAdjacencyList(int numVertices) {
        this.numVertices = numVertices;
        // Create an array of size = numVertices
        // Each index will store the head of a linked list
        adjList = new WEdge[numVertices]; // Initially all values are null
    }
}
GraphUndirectedWeightedAdjacencyList graph =
    new GraphUndirectedWeightedAdjacencyList(numVertices);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163763" y="1869948"/>
            <a:ext cx="0" cy="8229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916875" y="2289657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163763" y="1869948"/>
            <a:ext cx="1530705" cy="3291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789212" y="1869948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6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163763" y="2692908"/>
            <a:ext cx="0" cy="9464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900416" y="3161995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3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8163763" y="2199132"/>
            <a:ext cx="1530705" cy="49377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805672" y="2421331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4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163763" y="2692908"/>
            <a:ext cx="1530705" cy="46908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764524" y="2915107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5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694468" y="2199132"/>
            <a:ext cx="0" cy="96286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859060" y="2676448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105" name="Connector 104"/>
          <p:cNvCxnSpPr/>
          <p:nvPr/>
        </p:nvCxnSpPr>
        <p:spPr>
          <a:xfrm flipH="1">
            <a:off x="8163763" y="3161995"/>
            <a:ext cx="1530705" cy="47731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052560" y="3540556"/>
            <a:ext cx="288036" cy="18105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1</a:t>
            </a:r>
          </a:p>
        </p:txBody>
      </p:sp>
      <p:sp>
        <p:nvSpPr>
          <p:cNvPr id="107" name="Oval 106"/>
          <p:cNvSpPr/>
          <p:nvPr/>
        </p:nvSpPr>
        <p:spPr>
          <a:xfrm>
            <a:off x="7990941" y="1697126"/>
            <a:ext cx="345643" cy="34564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108" name="Oval 107"/>
          <p:cNvSpPr/>
          <p:nvPr/>
        </p:nvSpPr>
        <p:spPr>
          <a:xfrm>
            <a:off x="7990941" y="2520086"/>
            <a:ext cx="345643" cy="34564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109" name="Oval 108"/>
          <p:cNvSpPr/>
          <p:nvPr/>
        </p:nvSpPr>
        <p:spPr>
          <a:xfrm>
            <a:off x="7990941" y="3466490"/>
            <a:ext cx="345643" cy="34564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110" name="Oval 109"/>
          <p:cNvSpPr/>
          <p:nvPr/>
        </p:nvSpPr>
        <p:spPr>
          <a:xfrm>
            <a:off x="9521647" y="2026310"/>
            <a:ext cx="345643" cy="34564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111" name="Oval 110"/>
          <p:cNvSpPr/>
          <p:nvPr/>
        </p:nvSpPr>
        <p:spPr>
          <a:xfrm>
            <a:off x="9521647" y="2989173"/>
            <a:ext cx="345643" cy="34564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75720" y="6446520"/>
            <a:ext cx="6400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‹#›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32"/>
          <p:cNvSpPr txBox="1"/>
          <p:nvPr/>
        </p:nvSpPr>
        <p:spPr>
          <a:xfrm>
            <a:off x="320040" y="1371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0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" y="822960"/>
            <a:ext cx="6995160" cy="557784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000000"/>
                </a:solidFill>
                <a:latin typeface="Consolas"/>
              </a:rPr>
              <a:t>   // Add multiple weighted edges to the graph
    public void addEdges(int[][] edges) {
        // edges format: { {source, destination, weight}, ... }
        for (int i = 0; i &lt; edges.length; i++) {
            int source = edges[i][0];        // Starting vertex
            int destination = edges[i][1];   // Ending vertex
            int weight = edges[i][2];        // Edge weight
            // For UNDIRECTED graph:
            // Add edge in BOTH directions
            addEdge(source, destination, weight);   // source → destination
            addEdge(destination, source, weight);   // destination → source
        }
    }
    // Helper method to add a single weighted edge
    public void addEdge(int source, int destination, int weight) {
        // Step 1: Create a new weighted edge node
        WEdge newEdge = new WEdge(destination, weight);
        // Step 2: Insert at the beginning (prepend) ensuring O(1)
        newEdge.next = adjList[source];
        // Step 3: Update the head of the list
        adjList[source] = newEdge;
    }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52360" y="4389120"/>
            <a:ext cx="4389120" cy="132588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/>
                </a:solidFill>
                <a:latin typeface="Consolas"/>
              </a:rPr>
              <a:t>int numVertices = 5;
int[][] edges = {
        {0, 1, 2}, {0, 3, 6},
        {1, 2, 3}, {1, 3, 4}, {1, 4, 5},
        {3, 4, 2},
        {4, 2, 1}
    };
graph.addEdges(edges);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156082" y="1585569"/>
            <a:ext cx="0" cy="80467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7914680" y="1995952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8156082" y="1585569"/>
            <a:ext cx="1496690" cy="32186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8767632" y="1585569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6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8156082" y="2390241"/>
            <a:ext cx="0" cy="92537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7898587" y="2848904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3</a:t>
            </a:r>
          </a:p>
        </p:txBody>
      </p:sp>
      <p:cxnSp>
        <p:nvCxnSpPr>
          <p:cNvPr id="142" name="Connector 141"/>
          <p:cNvCxnSpPr/>
          <p:nvPr/>
        </p:nvCxnSpPr>
        <p:spPr>
          <a:xfrm flipV="1">
            <a:off x="8156082" y="1907438"/>
            <a:ext cx="1496690" cy="48280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8783726" y="2124699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4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8156082" y="2390241"/>
            <a:ext cx="1496690" cy="45866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8743492" y="2607503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5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9652772" y="1907438"/>
            <a:ext cx="0" cy="94146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813706" y="2374148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148" name="Connector 147"/>
          <p:cNvCxnSpPr/>
          <p:nvPr/>
        </p:nvCxnSpPr>
        <p:spPr>
          <a:xfrm flipH="1">
            <a:off x="8156082" y="2848904"/>
            <a:ext cx="1496690" cy="46671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9025128" y="3219053"/>
            <a:ext cx="281635" cy="177027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1</a:t>
            </a:r>
          </a:p>
        </p:txBody>
      </p:sp>
      <p:sp>
        <p:nvSpPr>
          <p:cNvPr id="150" name="Oval 149"/>
          <p:cNvSpPr/>
          <p:nvPr/>
        </p:nvSpPr>
        <p:spPr>
          <a:xfrm>
            <a:off x="7987101" y="1416588"/>
            <a:ext cx="337962" cy="33796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sp>
        <p:nvSpPr>
          <p:cNvPr id="151" name="Oval 150"/>
          <p:cNvSpPr/>
          <p:nvPr/>
        </p:nvSpPr>
        <p:spPr>
          <a:xfrm>
            <a:off x="7987101" y="2221260"/>
            <a:ext cx="337962" cy="33796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152" name="Oval 151"/>
          <p:cNvSpPr/>
          <p:nvPr/>
        </p:nvSpPr>
        <p:spPr>
          <a:xfrm>
            <a:off x="7987101" y="3146633"/>
            <a:ext cx="337962" cy="33796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153" name="Oval 152"/>
          <p:cNvSpPr/>
          <p:nvPr/>
        </p:nvSpPr>
        <p:spPr>
          <a:xfrm>
            <a:off x="9483791" y="1738457"/>
            <a:ext cx="337962" cy="33796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154" name="Oval 153"/>
          <p:cNvSpPr/>
          <p:nvPr/>
        </p:nvSpPr>
        <p:spPr>
          <a:xfrm>
            <a:off x="9483791" y="2679923"/>
            <a:ext cx="337962" cy="33796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475720" y="6446520"/>
            <a:ext cx="6400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‹#›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5"/>
          <p:cNvSpPr txBox="1"/>
          <p:nvPr/>
        </p:nvSpPr>
        <p:spPr>
          <a:xfrm>
            <a:off x="320040" y="1371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0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11480" y="850392"/>
            <a:ext cx="6720840" cy="562356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000000"/>
                </a:solidFill>
                <a:latin typeface="Consolas"/>
              </a:rPr>
              <a:t>   // Method to find and print neighbors of a given vertex
    public void findNeighbors(int vertex) {
        System.out.print("\nNeighbors of vertex " + vertex + ": ");
        WEdge current = adjList[vertex];
        // Traverse all neighbors
        while (current != null) {
            // Print neighbor and edge weight
            System.out.print("(" + current.destination + ", " 
                             + current.weight + ")");
            // Add comma if not the last element
            if (current.next != null) {
                System.out.print(",");
            }
            current = current.next; // Move to next edge
        }
        System.out.println();
    }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60920" y="4709160"/>
            <a:ext cx="4297680" cy="96012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00000"/>
                </a:solidFill>
                <a:latin typeface="Consolas"/>
              </a:rPr>
              <a:t>graph.findNeighbors(2);
//Output: (4, 1),(1, 3)
graph.findNeighbors(3);
//Output: (4, 2),(1, 4),(0, 6)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360920" y="1143000"/>
            <a:ext cx="261152" cy="32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7622072" y="1304665"/>
            <a:ext cx="2984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8107070" y="1068384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995147" y="1205179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3, 6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8492581" y="1304665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8840784" y="1068384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728862" y="1205179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1, 2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9226296" y="1304665"/>
            <a:ext cx="11192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9369308" y="1236268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360920" y="1534728"/>
            <a:ext cx="261152" cy="32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7622072" y="1696394"/>
            <a:ext cx="2984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8107070" y="1460113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995147" y="1596908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4, 5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492581" y="1696394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8840784" y="1460113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728862" y="1596908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3, 4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9226296" y="1696394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9574499" y="1460113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462576" y="1596908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2, 3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9960010" y="1696394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0308214" y="1460113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196291" y="1596908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0, 2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10693725" y="1696394"/>
            <a:ext cx="11192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10836737" y="1627997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360920" y="1926457"/>
            <a:ext cx="261152" cy="32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7622072" y="2088123"/>
            <a:ext cx="2984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8107070" y="1851842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995147" y="1988637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4, 1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8492581" y="2088123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8840784" y="1851842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728862" y="1988637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1, 3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9226296" y="2088123"/>
            <a:ext cx="11192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9369308" y="2019726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7360920" y="2318186"/>
            <a:ext cx="261152" cy="32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7622072" y="2479852"/>
            <a:ext cx="2984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8107070" y="2243571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995147" y="2380366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4, 2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8492581" y="2479852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8840784" y="2243571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728862" y="2380366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1, 4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9226296" y="2479852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9574499" y="2243571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462576" y="2380366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0, 6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9960010" y="2479852"/>
            <a:ext cx="111923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10103022" y="2411455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360920" y="2709915"/>
            <a:ext cx="261152" cy="32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7622072" y="2871581"/>
            <a:ext cx="2984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8107070" y="2635300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995147" y="2772095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2, 1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8492581" y="2871581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8840784" y="2635300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728862" y="2772095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3, 2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9226296" y="2871581"/>
            <a:ext cx="155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9574499" y="2635300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6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9462576" y="2772095"/>
            <a:ext cx="497433" cy="1989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6">
                <a:solidFill>
                  <a:srgbClr val="000000"/>
                </a:solidFill>
                <a:latin typeface="Aptos"/>
              </a:rPr>
              <a:t>1, 5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9960010" y="2871581"/>
            <a:ext cx="111923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10103022" y="2803184"/>
            <a:ext cx="341985" cy="11192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475720" y="6446520"/>
            <a:ext cx="6400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‹#›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214"/>
          <p:cNvSpPr txBox="1"/>
          <p:nvPr/>
        </p:nvSpPr>
        <p:spPr>
          <a:xfrm>
            <a:off x="320040" y="137160"/>
            <a:ext cx="113385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800" b="0">
                <a:solidFill>
                  <a:srgbClr val="2F4F7F"/>
                </a:solidFill>
                <a:latin typeface="Aptos Display"/>
              </a:rPr>
              <a:t>Undirected Weighted Adjacency List Code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11480" y="850392"/>
            <a:ext cx="6720840" cy="562356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/>
                </a:solidFill>
                <a:latin typeface="Consolas"/>
              </a:rPr>
              <a:t>   // Print the full adjacency list
    public void printList() {
        System.out.println("Adjacency List with Weights:");
        // Traverse each vertex
        for (int i = 0; i &lt; numVertices; i++) {
            System.out.print(i + ": ");
            // Traverse linked list of edges for vertex i
            WEdge current = adjList[i];
            while (current != null) {
                // Print destination and edge weight
                System.out.print("(" + current.destination + ", " 
                                 + current.weight + ") ");
                current = current.next; // Move to next edge
            }
            System.out.println();
        }
    }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360920" y="3291840"/>
            <a:ext cx="4251960" cy="566928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/>
                </a:solidFill>
                <a:latin typeface="Consolas"/>
              </a:rPr>
              <a:t>
graph.printList();
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360920" y="4023360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2F4F7F"/>
                </a:solidFill>
                <a:latin typeface="Aptos"/>
              </a:rPr>
              <a:t>Resulting adjacency list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360920" y="4352544"/>
            <a:ext cx="4480560" cy="1508760"/>
          </a:xfrm>
          <a:prstGeom prst="rect">
            <a:avLst/>
          </a:prstGeom>
          <a:noFill/>
        </p:spPr>
        <p:txBody>
          <a:bodyPr wrap="none" lIns="63500" rIns="63500" tIns="38100" bIns="381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000000"/>
                </a:solidFill>
                <a:latin typeface="Consolas"/>
              </a:rPr>
              <a:t>Resulting adjacency list
0: (3, 6) (1, 2)
1: (4, 5) (3, 4) (2, 3) (0, 2)
2: (4, 1) (1, 3)
3: (4, 2) (1, 4) (0, 6)
4: (2, 1) (3, 2) (1, 5)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360920" y="1051560"/>
            <a:ext cx="245790" cy="304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0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7606710" y="1203716"/>
            <a:ext cx="2809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8063179" y="981334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957840" y="1110081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3, 6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8426013" y="1203716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753734" y="981334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648395" y="1110081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1, 2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9116568" y="1203716"/>
            <a:ext cx="10533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9251167" y="1139342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360920" y="1420246"/>
            <a:ext cx="245790" cy="304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7606710" y="1572402"/>
            <a:ext cx="2809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8063179" y="1350020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957840" y="1478767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4, 5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8426013" y="1572402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8753734" y="1350020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648395" y="1478767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3, 4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9116568" y="1572402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9444288" y="1350020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338950" y="1478767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2, 3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9807122" y="1572402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10134843" y="1350020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029504" y="1478767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0, 2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10497677" y="1572402"/>
            <a:ext cx="10533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10632277" y="1508028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360920" y="1788932"/>
            <a:ext cx="245790" cy="304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7606710" y="1941088"/>
            <a:ext cx="2809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8063179" y="1718706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7957840" y="1847453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4, 1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8426013" y="1941088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/>
          <p:cNvSpPr txBox="1"/>
          <p:nvPr/>
        </p:nvSpPr>
        <p:spPr>
          <a:xfrm>
            <a:off x="8753734" y="1718706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648395" y="1847453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1, 3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9116568" y="1941088"/>
            <a:ext cx="10533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9251167" y="1876714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7360920" y="2157618"/>
            <a:ext cx="245790" cy="304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7606710" y="2309774"/>
            <a:ext cx="2809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8063179" y="2087392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7957840" y="2216139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4, 2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8426013" y="2309774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8753734" y="2087392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648395" y="2216139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1, 4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9116568" y="2309774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9444288" y="2087392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338950" y="2216139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0, 6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9807122" y="2309774"/>
            <a:ext cx="10533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9941722" y="2245400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7360920" y="2526304"/>
            <a:ext cx="245790" cy="304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7606710" y="2678460"/>
            <a:ext cx="2809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8063179" y="2456078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957840" y="2584825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2, 1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8426013" y="2678460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8753734" y="2456078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8648395" y="2584825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3, 2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9116568" y="2678460"/>
            <a:ext cx="14630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9444288" y="2456078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500" b="1">
                <a:solidFill>
                  <a:srgbClr val="2B6B2B"/>
                </a:solidFill>
                <a:latin typeface="Aptos"/>
              </a:rPr>
              <a:t>d    w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338950" y="2584825"/>
            <a:ext cx="468172" cy="18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68">
                <a:solidFill>
                  <a:srgbClr val="000000"/>
                </a:solidFill>
                <a:latin typeface="Aptos"/>
              </a:rPr>
              <a:t>1, 5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9807122" y="2678460"/>
            <a:ext cx="10533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9941722" y="2614086"/>
            <a:ext cx="321868" cy="10533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ptos"/>
              </a:rPr>
              <a:t>NULL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475720" y="6446520"/>
            <a:ext cx="6400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‹#›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2026-08-18T06:55:44Z</dcterms:created>
  <dc:creator>OpenAI</dc:creator>
</cp:coreProperties>
</file>