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F4F7F"/>
                </a:solidFill>
                <a:latin typeface="Aptos Display"/>
              </a:rPr>
              <a:t>Adjacency List: Undirected Weighted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55555"/>
                </a:solidFill>
                <a:latin typeface="Aptos"/>
              </a:rPr>
              <a:t>Each list node stores both destination and weight. Each edge is inserted in both endpoint lists.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2834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Graph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21384" y="1938070"/>
            <a:ext cx="0" cy="115214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21384" y="3090214"/>
            <a:ext cx="0" cy="115214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1384" y="1938070"/>
            <a:ext cx="1728216" cy="4800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21384" y="2418130"/>
            <a:ext cx="1728216" cy="67208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1384" y="3090214"/>
            <a:ext cx="1728216" cy="4800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9600" y="2418130"/>
            <a:ext cx="0" cy="115214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1384" y="3570274"/>
            <a:ext cx="1728216" cy="672084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0926" y="2254910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926" y="3407054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9849" y="1726844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1046" y="2379726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0647" y="2955798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1165" y="2696565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7058" y="3608679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790956" y="1707642"/>
            <a:ext cx="480060" cy="48006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sp>
        <p:nvSpPr>
          <p:cNvPr id="21" name="Oval 20"/>
          <p:cNvSpPr/>
          <p:nvPr/>
        </p:nvSpPr>
        <p:spPr>
          <a:xfrm>
            <a:off x="790956" y="2859786"/>
            <a:ext cx="480060" cy="48006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790956" y="4011930"/>
            <a:ext cx="480060" cy="48006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2519172" y="2187702"/>
            <a:ext cx="480060" cy="48006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2519172" y="3339846"/>
            <a:ext cx="480060" cy="48006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1051560"/>
            <a:ext cx="6949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Adjacency List with Weights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417320"/>
            <a:ext cx="4754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7" y="1527048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1252728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19" y="1463040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7295" y="1527048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19" y="1252728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59" y="1463040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3, 6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5" y="1527048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599" y="1563624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2221992"/>
            <a:ext cx="4754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7" y="2331720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2057400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19" y="226771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0, 2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7295" y="2331720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19" y="2057400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59" y="226771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3, 4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3135" y="2331720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59" y="2057400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599" y="226771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4, 5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08975" y="2331720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9" y="2057400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39" y="226771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2, 3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14815" y="2331720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79" y="2368296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3026664"/>
            <a:ext cx="4754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7447" y="3136392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79" y="2862072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74919" y="3072384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7295" y="3136392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19" y="2862072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59" y="3072384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4, 1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03135" y="3136392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3172968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3831336"/>
            <a:ext cx="4754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27447" y="3941064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12079" y="3666744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74919" y="3877056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0, 6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97295" y="3941064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19" y="3666744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59" y="3877056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03135" y="3941064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59" y="3666744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86599" y="3877056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4, 2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08975" y="3941064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2439" y="3977640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06240" y="4636008"/>
            <a:ext cx="4754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27447" y="4745736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79" y="447141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4919" y="4681728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97295" y="474573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19" y="447141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59" y="4681728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2, 1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03135" y="474573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59" y="447141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86599" y="4681728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3, 2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08975" y="474573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39" y="4782312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02920" y="5349240"/>
            <a:ext cx="11064240" cy="91440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54589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ptos"/>
              </a:rPr>
              <a:t>Rule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For edge (u, v, w): insert (v, w) into list[u] and insert (u, w) into list[v].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The same weight is stored in both directions.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F4F7F"/>
                </a:solidFill>
                <a:latin typeface="Aptos Display"/>
              </a:rPr>
              <a:t>Undirected Weighted Adjacency List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55555"/>
                </a:solidFill>
                <a:latin typeface="Aptos"/>
              </a:rPr>
              <a:t>WEdge node and graph setup.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5074920" cy="443484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170432"/>
            <a:ext cx="4873752" cy="430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91919"/>
                </a:solidFill>
                <a:latin typeface="Consolas"/>
              </a:rPr>
              <a:t>class WEdge {
    int destination;
    int weight;
    WEdge next;
    public WEdge(int destination, int weight) {
        this.destination = destination;
        this.weight = weight;
        this.next = null;
    }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097280"/>
            <a:ext cx="5669280" cy="443484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7608" y="1170432"/>
            <a:ext cx="5468112" cy="430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191919"/>
                </a:solidFill>
                <a:latin typeface="Consolas"/>
              </a:rPr>
              <a:t>public class GraphUndirectedWeightedAdjacencyList {
    private int numVertices;   // Total number of vertices
    private WEdge[] adjList;   // Array of linked lists
    // Constructor: initialize graph
    public GraphUndirectedWeightedAdjacencyList(int numVertices) {
        this.numVertices = numVertices;
        // Each index stores the head of a linked list
        adjList = new WEdge[numVertices]; // Initially null
  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715000"/>
            <a:ext cx="10972800" cy="73152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2472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WEdge stores destination, weight, and next pointer.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adjList[i] stores the head of vertex i’s linked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F4F7F"/>
                </a:solidFill>
                <a:latin typeface="Aptos Display"/>
              </a:rPr>
              <a:t>Undirected Weighted Adjacency List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55555"/>
                </a:solidFill>
                <a:latin typeface="Aptos"/>
              </a:rPr>
              <a:t>Adding weighted edges using prepend insertion.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7680960" cy="553212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33272"/>
            <a:ext cx="7479792" cy="5404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191919"/>
                </a:solidFill>
                <a:latin typeface="Consolas"/>
              </a:rPr>
              <a:t>// Add multiple weighted edges to the graph
public void addEdges(int[][] edges) {
    // edges format: { {source, destination, weight}, ... }
    for (int i = 0; i &lt; edges.length; i++) {
        int source = edges[i][0];        // One vertex
        int destination = edges[i][1];   // Other vertex
        int weight = edges[i][2];        // Edge weight
        // For UNDIRECTED graph: add in BOTH directions
        addEdge(source, destination, weight);   // source -&gt; destination
        addEdge(destination, source, weight);   // destination -&gt; source
    }
}
// Helper method: prepend one weighted edge node
public void addEdge(int source, int destination, int weight) {
    WEdge newEdge = new WEdge(destination, weight); // Create new node
    newEdge.next = adjList[source];                 // Point to current head
    adjList[source] = newEdge;                      // Make new node the head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097280"/>
            <a:ext cx="3246120" cy="164592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207008"/>
            <a:ext cx="2971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ptos"/>
              </a:rPr>
              <a:t>Undirected rule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Add the edge twice.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source → destination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destination →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017520"/>
            <a:ext cx="3246120" cy="137160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3127248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ptos"/>
              </a:rPr>
              <a:t>Prepend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Create new node.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Point it to current head.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Make it the new head.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82811" y="4839462"/>
            <a:ext cx="0" cy="822959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82811" y="5662421"/>
            <a:ext cx="0" cy="8229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82811" y="4839462"/>
            <a:ext cx="1234440" cy="3429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782811" y="5182362"/>
            <a:ext cx="1234440" cy="480059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82811" y="5662421"/>
            <a:ext cx="1234440" cy="3429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17251" y="5182362"/>
            <a:ext cx="0" cy="822959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782811" y="6005321"/>
            <a:ext cx="1234440" cy="4800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46769" y="5065776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6769" y="5888736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4688586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569" y="5154929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9428" y="5566409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8369" y="5381244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1150" y="6032754"/>
            <a:ext cx="27432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Aptos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8618219" y="4674870"/>
            <a:ext cx="342900" cy="34290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sp>
        <p:nvSpPr>
          <p:cNvPr id="26" name="Oval 25"/>
          <p:cNvSpPr/>
          <p:nvPr/>
        </p:nvSpPr>
        <p:spPr>
          <a:xfrm>
            <a:off x="8618219" y="5497829"/>
            <a:ext cx="342900" cy="34290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8618219" y="6320790"/>
            <a:ext cx="342900" cy="34290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9852659" y="5017770"/>
            <a:ext cx="342900" cy="34290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9852659" y="5840729"/>
            <a:ext cx="342900" cy="342900"/>
          </a:xfrm>
          <a:prstGeom prst="ellipse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F4F7F"/>
                </a:solidFill>
                <a:latin typeface="Aptos Display"/>
              </a:rPr>
              <a:t>Undirected Weighted Adjacency List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55555"/>
                </a:solidFill>
                <a:latin typeface="Aptos"/>
              </a:rPr>
              <a:t>Finding neighbors of a vertex.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7406640" cy="553212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33272"/>
            <a:ext cx="7205472" cy="5404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191919"/>
                </a:solidFill>
                <a:latin typeface="Consolas"/>
              </a:rPr>
              <a:t>// Method to find and print neighbors of a given vertex
public void findNeighbors(int vertex) {
    System.out.print("\nNeighbors of vertex " + vertex + ": ");
    WEdge current = adjList[vertex]; // Get head of the linked list
    // Traverse all neighbors
    while (current != null) {
        // Print neighbor and edge weight
        System.out.print("(" + current.destination + ", "
                         + current.weight + ")");
        // Add comma if not the last element
        if (current.next != null) {
            System.out.print(",");
        }
        current = current.next; // Move to next edge
    }
    System.out.println();
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05840"/>
            <a:ext cx="35661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17320"/>
            <a:ext cx="3429000" cy="91440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490472"/>
            <a:ext cx="322783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91919"/>
                </a:solidFill>
                <a:latin typeface="Consolas"/>
              </a:rPr>
              <a:t>graph.findNeighbors(1);
// Output: (4,5),(3,4),(2,3),(0,2)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560320"/>
            <a:ext cx="3566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Visualization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926080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3035808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2761488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0536" y="2971800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6024" y="3035808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4" y="2761488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18904" y="2971800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3, 6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4392" y="3035808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77272" y="3072384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493008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3602736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332841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0536" y="3538728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0, 2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60273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6064" y="332841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18904" y="3538728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3, 4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360273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4432" y="332841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77272" y="3538728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4, 5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360273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332841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35640" y="3538728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2, 3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11128" y="360273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94008" y="3639312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059936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3064" y="4169664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7696" y="3895344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0536" y="4105656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6024" y="4169664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6064" y="3895344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18904" y="4105656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4, 1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4392" y="4169664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77272" y="4206240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4626864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3064" y="4736592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97696" y="4462272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60536" y="4672584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0, 6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36024" y="4736592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56064" y="4462272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18904" y="4672584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94392" y="4736592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14432" y="4462272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77272" y="4672584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4, 2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4736592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35640" y="4773168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519379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13064" y="5303520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97696" y="5029200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0536" y="5239512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6024" y="5303520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56064" y="5029200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18904" y="5239512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2, 1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94392" y="5303520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14432" y="5029200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77272" y="5239512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3, 2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52760" y="5303520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35640" y="5340096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F4F7F"/>
                </a:solidFill>
                <a:latin typeface="Aptos Display"/>
              </a:rPr>
              <a:t>Undirected Weighted Adjacency List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55555"/>
                </a:solidFill>
                <a:latin typeface="Aptos"/>
              </a:rPr>
              <a:t>Printing the full weighted adjacency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7498079" cy="553212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33272"/>
            <a:ext cx="7296911" cy="5404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191919"/>
                </a:solidFill>
                <a:latin typeface="Consolas"/>
              </a:rPr>
              <a:t>// Print the full adjacency list
public void printList() {
    System.out.println("Adjacency List with Weights:");
    // Traverse each vertex
    for (int i = 0; i &lt; numVertices; i++) {
        System.out.print(i + ": ");
        // Traverse linked list of edges for vertex i
        WEdge current = adjList[i];
        while (current != null) {
            // Print destination and edge weight
            System.out.print("(" + current.destination + ", "
                             + current.weight + ") ");
            current = current.next; // Move to next edge
        }
        System.out.println();
    }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291840" cy="365760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9328" y="1170432"/>
            <a:ext cx="3090672" cy="352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91919"/>
                </a:solidFill>
                <a:latin typeface="Consolas"/>
              </a:rPr>
              <a:t>Resulting adjacency list
0: (3, 6) (1, 2)
1: (4, 5) (3, 4) (2, 3) (0, 2)
2: (4, 1) (1, 3)
3: (4, 2) (1, 4) (0, 6)
4: (3, 2) (2, 1) (1,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983480"/>
            <a:ext cx="3291840" cy="100584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509320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Each vertex prints its whole linked list.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• Each node prints as (destination, weight).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F4F7F"/>
                </a:solidFill>
                <a:latin typeface="Aptos Display"/>
              </a:rPr>
              <a:t>Undirected Weighted Adjacency List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55555"/>
                </a:solidFill>
                <a:latin typeface="Aptos"/>
              </a:rPr>
              <a:t>Each undirected edge is provided once; addEdges() stores both directions.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6903720" cy="553212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5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33272"/>
            <a:ext cx="6702552" cy="5404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91919"/>
                </a:solidFill>
                <a:latin typeface="Consolas"/>
              </a:rPr>
              <a:t>// Driver
public static void main(String[] args) {
    int numVertices = 5;
    // Provide each undirected edge only once
    int[][] edges = {
        {0, 1, 2}, {0, 3, 6},
        {1, 2, 3}, {1, 3, 4}, {1, 4, 5},
        {2, 4, 1},
        {3, 4, 2}
    };
    GraphUndirectedWeightedAdjacencyList graph =
        new GraphUndirectedWeightedAdjacencyList(numVertices);
    graph.addEdges(edges);
    graph.printList();
    for (int v = 0; v &lt; numVertices; v++) {
        graph.findNeighbors(v);
    }
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005840"/>
            <a:ext cx="3749039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Created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463040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7264" y="1572768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1896" y="1298448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1508760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0224" y="1572768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0264" y="1298448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33104" y="1508760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3, 6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1572768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1609344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029968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2139696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186537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2075688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0, 2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0224" y="213969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186537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33104" y="2075688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3, 4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13969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186537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91472" y="2075688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4, 5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13969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1865376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2075688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2, 3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5328" y="2139696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2176272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2596896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7264" y="2706624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2432303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4736" y="2642615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0224" y="2706624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0264" y="2432303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33104" y="2642615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4, 1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2706624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1472" y="2743200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3163824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7264" y="3273552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6" y="2999232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4736" y="3209544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0, 6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0224" y="3273552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0264" y="2999232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33104" y="3209544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3273552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8632" y="2999232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91472" y="3209544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4, 2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3273552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3310128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373075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27264" y="3840480"/>
            <a:ext cx="256032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1896" y="3566160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74736" y="3776472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1, 5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0224" y="3840480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70264" y="3566160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33104" y="3776472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2, 1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08592" y="3840480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28632" y="3566160"/>
            <a:ext cx="457200" cy="15544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750" b="1">
                <a:solidFill>
                  <a:srgbClr val="006100"/>
                </a:solidFill>
                <a:latin typeface="Aptos"/>
              </a:rPr>
              <a:t>d   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91472" y="3776472"/>
            <a:ext cx="4389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Aptos"/>
              </a:rPr>
              <a:t>3, 2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3840480"/>
            <a:ext cx="2286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3877056"/>
            <a:ext cx="502920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